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61318289ff4a54" /><Relationship Type="http://schemas.openxmlformats.org/officeDocument/2006/relationships/extended-properties" Target="/docProps/app.xml" Id="Rd693f0ccb1554506" /><Relationship Type="http://schemas.openxmlformats.org/officeDocument/2006/relationships/officeDocument" Target="/ppt/presentation.xml" Id="Rda9cc7edc94141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9925c04e6240f8"/>
  </p:sldMasterIdLst>
  <p:notesMasterIdLst>
    <p:notesMasterId xmlns:r="http://schemas.openxmlformats.org/officeDocument/2006/relationships" r:id="Rb29c1e08a36b4d16"/>
  </p:notesMasterIdLst>
  <p:sldIdLst>
    <p:sldId xmlns:r="http://schemas.openxmlformats.org/officeDocument/2006/relationships" id="256" r:id="R7d0fb783055049df"/>
    <p:sldId xmlns:r="http://schemas.openxmlformats.org/officeDocument/2006/relationships" id="257" r:id="R04d0554823a34208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9c666186a742a7" /><Relationship Type="http://schemas.openxmlformats.org/officeDocument/2006/relationships/slideMaster" Target="/ppt/slideMasters/slideMaster1.xml" Id="Rc49925c04e6240f8" /><Relationship Type="http://schemas.openxmlformats.org/officeDocument/2006/relationships/notesMaster" Target="/ppt/notesMasters/notesMaster1.xml" Id="Rb29c1e08a36b4d16" /><Relationship Type="http://schemas.openxmlformats.org/officeDocument/2006/relationships/presProps" Target="/ppt/presProps.xml" Id="R9b053cf0c3544b02" /><Relationship Type="http://schemas.openxmlformats.org/officeDocument/2006/relationships/tableStyles" Target="/ppt/tableStyles.xml" Id="R36be7f82f49244e0" /><Relationship Type="http://schemas.openxmlformats.org/officeDocument/2006/relationships/slide" Target="/ppt/slides/slide1.xml" Id="R7d0fb783055049df" /><Relationship Type="http://schemas.openxmlformats.org/officeDocument/2006/relationships/slide" Target="/ppt/slides/slide2.xml" Id="R04d0554823a342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aa2b1503f949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140e24136040c0" /><Relationship Type="http://schemas.openxmlformats.org/officeDocument/2006/relationships/notesMaster" Target="/ppt/notesMasters/notesMaster1.xml" Id="R5e6a57b3d76048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d978cfbe67497e" /><Relationship Type="http://schemas.openxmlformats.org/officeDocument/2006/relationships/notesMaster" Target="/ppt/notesMasters/notesMaster1.xml" Id="R35ae68b6923748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Références techniques du projet.</a:t>
            </a:r>
          </a:p>
          <a:p xmlns:a="http://schemas.openxmlformats.org/drawingml/2006/main">
            <a:r>
              <a:t>Python : https://docs.python.org/3/</a:t>
            </a:r>
          </a:p>
          <a:p xmlns:a="http://schemas.openxmlformats.org/drawingml/2006/main">
            <a:r>
              <a:t>Airtable Web API : https://airtable.com/developers/web/api/introduction</a:t>
            </a:r>
          </a:p>
          <a:p xmlns:a="http://schemas.openxmlformats.org/drawingml/2006/main">
            <a:r>
              <a:t>Groq : https://console.groq.com/docs/overview</a:t>
            </a:r>
          </a:p>
          <a:p xmlns:a="http://schemas.openxmlformats.org/drawingml/2006/main">
            <a:r>
              <a:t>Streamlit : https://docs.streamlit.io/</a:t>
            </a:r>
          </a:p>
          <a:p xmlns:a="http://schemas.openxmlformats.org/drawingml/2006/main">
            <a:r>
              <a:t>ReportLab : https://docs.reportlab.com/</a:t>
            </a:r>
          </a:p>
          <a:p xmlns:a="http://schemas.openxmlformats.org/drawingml/2006/main">
            <a:r>
              <a:t>Documentation interne : rapport de stage et code source ADG-10.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 vous remercie pour votre attention. Je suis à votre disposition pour répondre à vos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35c6b6c70d4e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1a3abc7f984f89" /><Relationship Type="http://schemas.openxmlformats.org/officeDocument/2006/relationships/slideLayout" Target="/ppt/slideLayouts/slideLayout1.xml" Id="R31a1dcd9efc94a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a1dcd9efc94a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d6b6684da4a96" /><Relationship Type="http://schemas.openxmlformats.org/officeDocument/2006/relationships/notesSlide" Target="/ppt/notesSlides/notesSlide1.xml" Id="R726123ebe01244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25f2d45e14f39" /><Relationship Type="http://schemas.openxmlformats.org/officeDocument/2006/relationships/notesSlide" Target="/ppt/notesSlides/notesSlide2.xml" Id="R76a55a91803047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93B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FE0F32-18BE-481E-8327-C18A169B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"/>
            <a:ext cx="1495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2AB7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D2AB7D"/>
                </a:solidFill>
                <a:latin typeface="Calibri"/>
                <a:ea typeface="Calibri"/>
                <a:cs typeface="Calibri"/>
              </a:rPr>
              <a:t>ADG-10  /  AUTOMATISATION DU CYCLE COMMERCIAL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0320E-4601-4785-B55B-32160255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59167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1EBDD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1EBDD"/>
                </a:solidFill>
                <a:latin typeface="Calibri"/>
                <a:ea typeface="Calibri"/>
                <a:cs typeface="Calibri"/>
              </a:rPr>
              <a:t>23 / 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FAAD9-B158-4F04-B8A5-1E181418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57300"/>
            <a:ext cx="1581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Références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F4F9A-9C3F-43B1-BFBF-D06ACF77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52750"/>
            <a:ext cx="419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D2AB7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D2AB7D"/>
                </a:solidFill>
                <a:latin typeface="Calibri"/>
                <a:ea typeface="Calibri"/>
                <a:cs typeface="Calibri"/>
              </a:rPr>
              <a:t>Python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85EF2-D8B6-4739-A282-61745FF5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527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1EBD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F1EBDD"/>
                </a:solidFill>
                <a:latin typeface="Calibri"/>
                <a:ea typeface="Calibri"/>
                <a:cs typeface="Calibri"/>
              </a:rPr>
              <a:t>https://docs.python.org/3/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C533E-05B3-428A-8B5F-9D2C228A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419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D2AB7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D2AB7D"/>
                </a:solidFill>
                <a:latin typeface="Calibri"/>
                <a:ea typeface="Calibri"/>
                <a:cs typeface="Calibri"/>
              </a:rPr>
              <a:t>Airtable Web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D4059-F486-41FF-A9F6-C8808220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933825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1EBD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F1EBDD"/>
                </a:solidFill>
                <a:latin typeface="Calibri"/>
                <a:ea typeface="Calibri"/>
                <a:cs typeface="Calibri"/>
              </a:rPr>
              <a:t>https://airtable.com/developers/web/api/introduction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D1B8B-9CBE-4F1F-8266-33ECAC4E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14900"/>
            <a:ext cx="419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D2AB7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D2AB7D"/>
                </a:solidFill>
                <a:latin typeface="Calibri"/>
                <a:ea typeface="Calibri"/>
                <a:cs typeface="Calibri"/>
              </a:rPr>
              <a:t>Groq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FF680-7121-41E9-BB67-4BC2D259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91490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1EBD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F1EBDD"/>
                </a:solidFill>
                <a:latin typeface="Calibri"/>
                <a:ea typeface="Calibri"/>
                <a:cs typeface="Calibri"/>
              </a:rPr>
              <a:t>https://console.groq.com/docs/overview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2ACB5-F930-46CA-92D6-F56AEED5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895975"/>
            <a:ext cx="419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D2AB7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D2AB7D"/>
                </a:solidFill>
                <a:latin typeface="Calibri"/>
                <a:ea typeface="Calibri"/>
                <a:cs typeface="Calibri"/>
              </a:rPr>
              <a:t>Streamlit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247B4-E521-4585-9653-6FD52F51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895975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1EBD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F1EBDD"/>
                </a:solidFill>
                <a:latin typeface="Calibri"/>
                <a:ea typeface="Calibri"/>
                <a:cs typeface="Calibri"/>
              </a:rPr>
              <a:t>https://docs.streamlit.io/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5526A7-42DE-4353-A24F-607770C2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877050"/>
            <a:ext cx="419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D2AB7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D2AB7D"/>
                </a:solidFill>
                <a:latin typeface="Calibri"/>
                <a:ea typeface="Calibri"/>
                <a:cs typeface="Calibri"/>
              </a:rPr>
              <a:t>ReportLab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2DFF3-3F65-48B3-BB55-84F23757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8770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1EBD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F1EBDD"/>
                </a:solidFill>
                <a:latin typeface="Calibri"/>
                <a:ea typeface="Calibri"/>
                <a:cs typeface="Calibri"/>
              </a:rPr>
              <a:t>https://docs.reportlab.com/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1B851-FC2C-4933-B31B-CD3591BA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239125"/>
            <a:ext cx="1543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1EBD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F1EBDD"/>
                </a:solidFill>
                <a:latin typeface="Calibri"/>
                <a:ea typeface="Calibri"/>
                <a:cs typeface="Calibri"/>
              </a:rPr>
              <a:t>Documentation interne : rapport de stage et code source du projet ADG-10.</a:t>
            </a:r>
          </a:p>
        </p:txBody>
      </p:sp>
    </p:spTree>
    <p:extLst>
      <p:ext uri="{BB962C8B-B14F-4D97-AF65-F5344CB8AC3E}">
        <p14:creationId xmlns:p14="http://schemas.microsoft.com/office/powerpoint/2010/main" val="15315698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93B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F27DC-3E25-405C-9002-AEB54EA1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"/>
            <a:ext cx="1495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2AB7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D2AB7D"/>
                </a:solidFill>
                <a:latin typeface="Calibri"/>
                <a:ea typeface="Calibri"/>
                <a:cs typeface="Calibri"/>
              </a:rPr>
              <a:t>ADG-10  /  AUTOMATISATION DU CYCLE COMMERCIAL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C45D1-55DA-4B7A-A77F-8EB71067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59167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1EBDD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1EBDD"/>
                </a:solidFill>
                <a:latin typeface="Calibri"/>
                <a:ea typeface="Calibri"/>
                <a:cs typeface="Calibri"/>
              </a:rPr>
              <a:t>24 / 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FFE07-67AE-40F0-A956-2928045D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Merci pour</a:t>
            </a:r>
          </a:p>
          <a:p xmlns:a="http://schemas.openxmlformats.org/drawingml/2006/main">
            <a:pPr>
              <a:defRPr sz="7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votre attention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63291-65F3-4611-9C24-C8E0A3CF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334125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D2AB7D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D2AB7D"/>
                </a:solidFill>
                <a:latin typeface="Calibri"/>
                <a:ea typeface="Calibri"/>
                <a:cs typeface="Calibri"/>
              </a:rPr>
              <a:t>Questions et échanges</a:t>
            </a:r>
          </a:p>
        </p:txBody>
      </p:sp>
    </p:spTree>
    <p:extLst>
      <p:ext uri="{BB962C8B-B14F-4D97-AF65-F5344CB8AC3E}">
        <p14:creationId xmlns:p14="http://schemas.microsoft.com/office/powerpoint/2010/main" val="19146261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2026-09-26T19:06:35.5830000Z</dcterms:created>
  <dcterms:modified xsi:type="dcterms:W3CDTF">2026-09-26T19:06:35.5830000Z</dcterms:modified>
</coreProperties>
</file>