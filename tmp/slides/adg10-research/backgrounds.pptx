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2afda0a6749f9" /><Relationship Type="http://schemas.openxmlformats.org/officeDocument/2006/relationships/extended-properties" Target="/docProps/app.xml" Id="R625d8fdf1cd846d2" /><Relationship Type="http://schemas.openxmlformats.org/officeDocument/2006/relationships/officeDocument" Target="/ppt/presentation.xml" Id="Rf2a82ae9300d49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82ec2d5d55465d"/>
  </p:sldMasterIdLst>
  <p:notesMasterIdLst>
    <p:notesMasterId xmlns:r="http://schemas.openxmlformats.org/officeDocument/2006/relationships" r:id="Re48e7c54d37f48ce"/>
  </p:notesMasterIdLst>
  <p:sldIdLst>
    <p:sldId xmlns:r="http://schemas.openxmlformats.org/officeDocument/2006/relationships" id="256" r:id="Rdd42159e3c2b4c3b"/>
    <p:sldId xmlns:r="http://schemas.openxmlformats.org/officeDocument/2006/relationships" id="257" r:id="Rfe9b24312e4d439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caabec2df4a2d" /><Relationship Type="http://schemas.openxmlformats.org/officeDocument/2006/relationships/slideMaster" Target="/ppt/slideMasters/slideMaster1.xml" Id="R8582ec2d5d55465d" /><Relationship Type="http://schemas.openxmlformats.org/officeDocument/2006/relationships/notesMaster" Target="/ppt/notesMasters/notesMaster1.xml" Id="Re48e7c54d37f48ce" /><Relationship Type="http://schemas.openxmlformats.org/officeDocument/2006/relationships/presProps" Target="/ppt/presProps.xml" Id="Re4fb2f103e4d4e39" /><Relationship Type="http://schemas.openxmlformats.org/officeDocument/2006/relationships/tableStyles" Target="/ppt/tableStyles.xml" Id="Rb195fb251a0440e2" /><Relationship Type="http://schemas.openxmlformats.org/officeDocument/2006/relationships/slide" Target="/ppt/slides/slide1.xml" Id="Rdd42159e3c2b4c3b" /><Relationship Type="http://schemas.openxmlformats.org/officeDocument/2006/relationships/slide" Target="/ppt/slides/slide2.xml" Id="Rfe9b24312e4d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4680f2397442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04619847d4c9c" /><Relationship Type="http://schemas.openxmlformats.org/officeDocument/2006/relationships/notesMaster" Target="/ppt/notesMasters/notesMaster1.xml" Id="R2437c52be9c0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33fa53f3b4377" /><Relationship Type="http://schemas.openxmlformats.org/officeDocument/2006/relationships/notesMaster" Target="/ppt/notesMasters/notesMaster1.xml" Id="R09977f244ebf43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1402c019f4b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d68f734c8469a" /><Relationship Type="http://schemas.openxmlformats.org/officeDocument/2006/relationships/slideLayout" Target="/ppt/slideLayouts/slideLayout1.xml" Id="R16113a9d7421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13a9d7421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6183863164888" /><Relationship Type="http://schemas.openxmlformats.org/officeDocument/2006/relationships/image" Target="/ppt/media/image.png" Id="Rb904fd04298543d2" /><Relationship Type="http://schemas.openxmlformats.org/officeDocument/2006/relationships/notesSlide" Target="/ppt/notesSlides/notesSlide1.xml" Id="R0e198eba2ad749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788a323d84765" /><Relationship Type="http://schemas.openxmlformats.org/officeDocument/2006/relationships/image" Target="/ppt/media/image2.png" Id="Ra5844cfed275448a" /><Relationship Type="http://schemas.openxmlformats.org/officeDocument/2006/relationships/notesSlide" Target="/ppt/notesSlides/notesSlide2.xml" Id="R234f39ea3cbe42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4fd04298543d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991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44cfed27544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34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2026-09-27T02:54:18.1090000Z</dcterms:created>
  <dcterms:modified xsi:type="dcterms:W3CDTF">2026-09-27T02:54:18.1090000Z</dcterms:modified>
</coreProperties>
</file>