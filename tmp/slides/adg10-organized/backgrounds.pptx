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04bb26059745bb" /><Relationship Type="http://schemas.openxmlformats.org/officeDocument/2006/relationships/extended-properties" Target="/docProps/app.xml" Id="R02998b7ef92d45e7" /><Relationship Type="http://schemas.openxmlformats.org/officeDocument/2006/relationships/officeDocument" Target="/ppt/presentation.xml" Id="R0fac8c27bab84a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b7400272824d6d"/>
  </p:sldMasterIdLst>
  <p:notesMasterIdLst>
    <p:notesMasterId xmlns:r="http://schemas.openxmlformats.org/officeDocument/2006/relationships" r:id="R5fbd7afc00aa4eba"/>
  </p:notesMasterIdLst>
  <p:sldIdLst>
    <p:sldId xmlns:r="http://schemas.openxmlformats.org/officeDocument/2006/relationships" id="256" r:id="R41d247afde09411f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0d90e913e445f5" /><Relationship Type="http://schemas.openxmlformats.org/officeDocument/2006/relationships/slideMaster" Target="/ppt/slideMasters/slideMaster1.xml" Id="R09b7400272824d6d" /><Relationship Type="http://schemas.openxmlformats.org/officeDocument/2006/relationships/notesMaster" Target="/ppt/notesMasters/notesMaster1.xml" Id="R5fbd7afc00aa4eba" /><Relationship Type="http://schemas.openxmlformats.org/officeDocument/2006/relationships/presProps" Target="/ppt/presProps.xml" Id="R790ac0aae25b4b9b" /><Relationship Type="http://schemas.openxmlformats.org/officeDocument/2006/relationships/tableStyles" Target="/ppt/tableStyles.xml" Id="Rdf71dae7bf174e93" /><Relationship Type="http://schemas.openxmlformats.org/officeDocument/2006/relationships/slide" Target="/ppt/slides/slide1.xml" Id="R41d247afde0941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2e8101695840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53a1cf1a7d47da" /><Relationship Type="http://schemas.openxmlformats.org/officeDocument/2006/relationships/notesMaster" Target="/ppt/notesMasters/notesMaster1.xml" Id="R5dd84a05244147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451a8447ac4c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b9974a47754a8f" /><Relationship Type="http://schemas.openxmlformats.org/officeDocument/2006/relationships/slideLayout" Target="/ppt/slideLayouts/slideLayout1.xml" Id="R7173fcb2f8c04d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73fcb2f8c04d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f4aabb33a40e9" /><Relationship Type="http://schemas.openxmlformats.org/officeDocument/2006/relationships/image" Target="/ppt/media/image.png" Id="R1a2f7aef72924324" /><Relationship Type="http://schemas.openxmlformats.org/officeDocument/2006/relationships/notesSlide" Target="/ppt/notesSlides/notesSlide1.xml" Id="R4cc73429447a401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f7aef7292432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16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2026-09-27T03:23:42.5120000Z</dcterms:created>
  <dcterms:modified xsi:type="dcterms:W3CDTF">2026-09-27T03:23:42.5120000Z</dcterms:modified>
</coreProperties>
</file>