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2aafc940b94dac" /><Relationship Type="http://schemas.openxmlformats.org/officeDocument/2006/relationships/extended-properties" Target="/docProps/app.xml" Id="Rf2cd64145d8142a2" /><Relationship Type="http://schemas.openxmlformats.org/officeDocument/2006/relationships/officeDocument" Target="/ppt/presentation.xml" Id="R7605491e09ac4a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7da1b7b3af4371"/>
  </p:sldMasterIdLst>
  <p:notesMasterIdLst>
    <p:notesMasterId xmlns:r="http://schemas.openxmlformats.org/officeDocument/2006/relationships" r:id="R4cdee2ebe3aa4796"/>
  </p:notesMasterIdLst>
  <p:sldIdLst>
    <p:sldId xmlns:r="http://schemas.openxmlformats.org/officeDocument/2006/relationships" id="256" r:id="R3dd7d1232eee469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06b359a38f4822" /><Relationship Type="http://schemas.openxmlformats.org/officeDocument/2006/relationships/slideMaster" Target="/ppt/slideMasters/slideMaster1.xml" Id="Rea7da1b7b3af4371" /><Relationship Type="http://schemas.openxmlformats.org/officeDocument/2006/relationships/notesMaster" Target="/ppt/notesMasters/notesMaster1.xml" Id="R4cdee2ebe3aa4796" /><Relationship Type="http://schemas.openxmlformats.org/officeDocument/2006/relationships/presProps" Target="/ppt/presProps.xml" Id="R1087506f7935499e" /><Relationship Type="http://schemas.openxmlformats.org/officeDocument/2006/relationships/tableStyles" Target="/ppt/tableStyles.xml" Id="Rfaa9796f36ba4216" /><Relationship Type="http://schemas.openxmlformats.org/officeDocument/2006/relationships/slide" Target="/ppt/slides/slide1.xml" Id="R3dd7d1232eee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b71cee554a45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ceb3d899f4566" /><Relationship Type="http://schemas.openxmlformats.org/officeDocument/2006/relationships/notesMaster" Target="/ppt/notesMasters/notesMaster1.xml" Id="Ra33532e0b11d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8e6103401443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516ef3428f4255" /><Relationship Type="http://schemas.openxmlformats.org/officeDocument/2006/relationships/slideLayout" Target="/ppt/slideLayouts/slideLayout1.xml" Id="Rc706c0cb246746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06c0cb246746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f9b27f2ec40dc" /><Relationship Type="http://schemas.openxmlformats.org/officeDocument/2006/relationships/image" Target="/ppt/media/image.png" Id="R67e897f72533487b" /><Relationship Type="http://schemas.openxmlformats.org/officeDocument/2006/relationships/notesSlide" Target="/ppt/notesSlides/notesSlide1.xml" Id="R77debb9cf9ba46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BDC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897f7253348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6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2026-09-26T19:15:54.2230000Z</dcterms:created>
  <dcterms:modified xsi:type="dcterms:W3CDTF">2026-09-26T19:15:54.2230000Z</dcterms:modified>
</coreProperties>
</file>