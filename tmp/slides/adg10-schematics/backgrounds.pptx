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94d54627084a4d" /><Relationship Type="http://schemas.openxmlformats.org/officeDocument/2006/relationships/extended-properties" Target="/docProps/app.xml" Id="Rc1ffc800b40b4fab" /><Relationship Type="http://schemas.openxmlformats.org/officeDocument/2006/relationships/officeDocument" Target="/ppt/presentation.xml" Id="R0e7ee07027bb4f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1197ca219b4bd4"/>
  </p:sldMasterIdLst>
  <p:notesMasterIdLst>
    <p:notesMasterId xmlns:r="http://schemas.openxmlformats.org/officeDocument/2006/relationships" r:id="Rdef4365a624047c0"/>
  </p:notesMasterIdLst>
  <p:sldIdLst>
    <p:sldId xmlns:r="http://schemas.openxmlformats.org/officeDocument/2006/relationships" id="256" r:id="R96a0d65b6f6148f1"/>
    <p:sldId xmlns:r="http://schemas.openxmlformats.org/officeDocument/2006/relationships" id="257" r:id="Raddc35eaf7874b26"/>
    <p:sldId xmlns:r="http://schemas.openxmlformats.org/officeDocument/2006/relationships" id="258" r:id="R3e452f027346445e"/>
    <p:sldId xmlns:r="http://schemas.openxmlformats.org/officeDocument/2006/relationships" id="259" r:id="R0e2dad31312a4127"/>
    <p:sldId xmlns:r="http://schemas.openxmlformats.org/officeDocument/2006/relationships" id="260" r:id="R2bc39b0f38f546c0"/>
    <p:sldId xmlns:r="http://schemas.openxmlformats.org/officeDocument/2006/relationships" id="261" r:id="R0bd4dee795ab423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4099d91ed142cd" /><Relationship Type="http://schemas.openxmlformats.org/officeDocument/2006/relationships/slideMaster" Target="/ppt/slideMasters/slideMaster1.xml" Id="Re31197ca219b4bd4" /><Relationship Type="http://schemas.openxmlformats.org/officeDocument/2006/relationships/notesMaster" Target="/ppt/notesMasters/notesMaster1.xml" Id="Rdef4365a624047c0" /><Relationship Type="http://schemas.openxmlformats.org/officeDocument/2006/relationships/presProps" Target="/ppt/presProps.xml" Id="Re2864151fc7c4587" /><Relationship Type="http://schemas.openxmlformats.org/officeDocument/2006/relationships/tableStyles" Target="/ppt/tableStyles.xml" Id="Re50bb6bf96c34073" /><Relationship Type="http://schemas.openxmlformats.org/officeDocument/2006/relationships/slide" Target="/ppt/slides/slide1.xml" Id="R96a0d65b6f6148f1" /><Relationship Type="http://schemas.openxmlformats.org/officeDocument/2006/relationships/slide" Target="/ppt/slides/slide2.xml" Id="Raddc35eaf7874b26" /><Relationship Type="http://schemas.openxmlformats.org/officeDocument/2006/relationships/slide" Target="/ppt/slides/slide3.xml" Id="R3e452f027346445e" /><Relationship Type="http://schemas.openxmlformats.org/officeDocument/2006/relationships/slide" Target="/ppt/slides/slide4.xml" Id="R0e2dad31312a4127" /><Relationship Type="http://schemas.openxmlformats.org/officeDocument/2006/relationships/slide" Target="/ppt/slides/slide5.xml" Id="R2bc39b0f38f546c0" /><Relationship Type="http://schemas.openxmlformats.org/officeDocument/2006/relationships/slide" Target="/ppt/slides/slide6.xml" Id="R0bd4dee795ab42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d1ff031dc045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382fa2f2d3481a" /><Relationship Type="http://schemas.openxmlformats.org/officeDocument/2006/relationships/notesMaster" Target="/ppt/notesMasters/notesMaster1.xml" Id="R663b266fda8c4b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d74aab159f4053" /><Relationship Type="http://schemas.openxmlformats.org/officeDocument/2006/relationships/notesMaster" Target="/ppt/notesMasters/notesMaster1.xml" Id="R101af18ae89246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4af1f41ddb418c" /><Relationship Type="http://schemas.openxmlformats.org/officeDocument/2006/relationships/notesMaster" Target="/ppt/notesMasters/notesMaster1.xml" Id="Ra2a07fbd733944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8398fefb104863" /><Relationship Type="http://schemas.openxmlformats.org/officeDocument/2006/relationships/notesMaster" Target="/ppt/notesMasters/notesMaster1.xml" Id="R625a6d6ebd984c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fb29a8b86041dc" /><Relationship Type="http://schemas.openxmlformats.org/officeDocument/2006/relationships/notesMaster" Target="/ppt/notesMasters/notesMaster1.xml" Id="R501f5c5a4ee34d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23d3b02e874679" /><Relationship Type="http://schemas.openxmlformats.org/officeDocument/2006/relationships/notesMaster" Target="/ppt/notesMasters/notesMaster1.xml" Id="Rc19134a8361b4f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7e655271842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351bbcbfb04604" /><Relationship Type="http://schemas.openxmlformats.org/officeDocument/2006/relationships/slideLayout" Target="/ppt/slideLayouts/slideLayout1.xml" Id="R404c3540b8824f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4c3540b8824f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2a66aa25240c6" /><Relationship Type="http://schemas.openxmlformats.org/officeDocument/2006/relationships/image" Target="/ppt/media/image.png" Id="Reccb76b02b944991" /><Relationship Type="http://schemas.openxmlformats.org/officeDocument/2006/relationships/notesSlide" Target="/ppt/notesSlides/notesSlide1.xml" Id="R5a69a5afa97f42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d299fe5c948ab" /><Relationship Type="http://schemas.openxmlformats.org/officeDocument/2006/relationships/image" Target="/ppt/media/image2.png" Id="R2fa79a901e5044b3" /><Relationship Type="http://schemas.openxmlformats.org/officeDocument/2006/relationships/notesSlide" Target="/ppt/notesSlides/notesSlide2.xml" Id="R6414976c90ea44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5c22c050d42f2" /><Relationship Type="http://schemas.openxmlformats.org/officeDocument/2006/relationships/image" Target="/ppt/media/image3.png" Id="R8ec2c0062a724687" /><Relationship Type="http://schemas.openxmlformats.org/officeDocument/2006/relationships/notesSlide" Target="/ppt/notesSlides/notesSlide3.xml" Id="Ra21e4da579dc4b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3771a70ab4b2b" /><Relationship Type="http://schemas.openxmlformats.org/officeDocument/2006/relationships/image" Target="/ppt/media/image4.png" Id="R06ff6fef937543d9" /><Relationship Type="http://schemas.openxmlformats.org/officeDocument/2006/relationships/notesSlide" Target="/ppt/notesSlides/notesSlide4.xml" Id="R58c63cc925f74d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5dc8c98ff4ed4" /><Relationship Type="http://schemas.openxmlformats.org/officeDocument/2006/relationships/image" Target="/ppt/media/image5.png" Id="Rd66c9a7e16044d74" /><Relationship Type="http://schemas.openxmlformats.org/officeDocument/2006/relationships/notesSlide" Target="/ppt/notesSlides/notesSlide5.xml" Id="Re07d2624edc14c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57f89a7464706" /><Relationship Type="http://schemas.openxmlformats.org/officeDocument/2006/relationships/image" Target="/ppt/media/image6.png" Id="Rbf2c5fa966974888" /><Relationship Type="http://schemas.openxmlformats.org/officeDocument/2006/relationships/notesSlide" Target="/ppt/notesSlides/notesSlide6.xml" Id="R933209ff6b7c48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b76b02b94499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3150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79a901e5044b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0493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2c0062a7246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4236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f6fef937543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74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c9a7e16044d7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688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c5fa96697488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695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2026-09-27T11:21:52.7990000Z</dcterms:created>
  <dcterms:modified xsi:type="dcterms:W3CDTF">2026-09-27T11:21:52.7990000Z</dcterms:modified>
</coreProperties>
</file>