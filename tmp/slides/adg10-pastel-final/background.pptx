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078e81843463a" /><Relationship Type="http://schemas.openxmlformats.org/officeDocument/2006/relationships/extended-properties" Target="/docProps/app.xml" Id="Rba8df380ea0e4593" /><Relationship Type="http://schemas.openxmlformats.org/officeDocument/2006/relationships/officeDocument" Target="/ppt/presentation.xml" Id="R07a28606da8b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9f2f9ab70c4519"/>
  </p:sldMasterIdLst>
  <p:notesMasterIdLst>
    <p:notesMasterId xmlns:r="http://schemas.openxmlformats.org/officeDocument/2006/relationships" r:id="R09c83db29bf04442"/>
  </p:notesMasterIdLst>
  <p:sldIdLst>
    <p:sldId xmlns:r="http://schemas.openxmlformats.org/officeDocument/2006/relationships" id="256" r:id="R3b6e54e1c5944c2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efe21f71e443ec" /><Relationship Type="http://schemas.openxmlformats.org/officeDocument/2006/relationships/slideMaster" Target="/ppt/slideMasters/slideMaster1.xml" Id="R629f2f9ab70c4519" /><Relationship Type="http://schemas.openxmlformats.org/officeDocument/2006/relationships/notesMaster" Target="/ppt/notesMasters/notesMaster1.xml" Id="R09c83db29bf04442" /><Relationship Type="http://schemas.openxmlformats.org/officeDocument/2006/relationships/presProps" Target="/ppt/presProps.xml" Id="R0e553a0852704b1b" /><Relationship Type="http://schemas.openxmlformats.org/officeDocument/2006/relationships/tableStyles" Target="/ppt/tableStyles.xml" Id="R768bb08523c444ec" /><Relationship Type="http://schemas.openxmlformats.org/officeDocument/2006/relationships/slide" Target="/ppt/slides/slide1.xml" Id="R3b6e54e1c594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22d0fb46b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a14f350ebc4f42" /><Relationship Type="http://schemas.openxmlformats.org/officeDocument/2006/relationships/notesMaster" Target="/ppt/notesMasters/notesMaster1.xml" Id="R7099080f87f54e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9648503f8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abb23064624ec0" /><Relationship Type="http://schemas.openxmlformats.org/officeDocument/2006/relationships/slideLayout" Target="/ppt/slideLayouts/slideLayout1.xml" Id="Rdf229461182d47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29461182d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37fab73c14c0d" /><Relationship Type="http://schemas.openxmlformats.org/officeDocument/2006/relationships/image" Target="/ppt/media/image.png" Id="R2d5fdf8e8f244a45" /><Relationship Type="http://schemas.openxmlformats.org/officeDocument/2006/relationships/notesSlide" Target="/ppt/notesSlides/notesSlide1.xml" Id="R01139f39f70346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BDC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fdf8e8f244a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83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2026-09-26T19:17:54.0610000Z</dcterms:created>
  <dcterms:modified xsi:type="dcterms:W3CDTF">2026-09-26T19:17:54.0610000Z</dcterms:modified>
</coreProperties>
</file>