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4123f03808465f" /><Relationship Type="http://schemas.openxmlformats.org/officeDocument/2006/relationships/extended-properties" Target="/docProps/app.xml" Id="R1c8b34493e8c4305" /><Relationship Type="http://schemas.openxmlformats.org/officeDocument/2006/relationships/officeDocument" Target="/ppt/presentation.xml" Id="R48de6874787143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4ffb585e3548f1"/>
  </p:sldMasterIdLst>
  <p:notesMasterIdLst>
    <p:notesMasterId xmlns:r="http://schemas.openxmlformats.org/officeDocument/2006/relationships" r:id="R702dfe26959f4a0b"/>
  </p:notesMasterIdLst>
  <p:sldIdLst>
    <p:sldId xmlns:r="http://schemas.openxmlformats.org/officeDocument/2006/relationships" id="256" r:id="Rbb78bec8bc734eea"/>
    <p:sldId xmlns:r="http://schemas.openxmlformats.org/officeDocument/2006/relationships" id="257" r:id="Rd489a8a5dcad468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95120ae5d8414d" /><Relationship Type="http://schemas.openxmlformats.org/officeDocument/2006/relationships/slideMaster" Target="/ppt/slideMasters/slideMaster1.xml" Id="Rad4ffb585e3548f1" /><Relationship Type="http://schemas.openxmlformats.org/officeDocument/2006/relationships/notesMaster" Target="/ppt/notesMasters/notesMaster1.xml" Id="R702dfe26959f4a0b" /><Relationship Type="http://schemas.openxmlformats.org/officeDocument/2006/relationships/presProps" Target="/ppt/presProps.xml" Id="Rdb34d9e8984b4328" /><Relationship Type="http://schemas.openxmlformats.org/officeDocument/2006/relationships/tableStyles" Target="/ppt/tableStyles.xml" Id="R150fce9c91a44f9b" /><Relationship Type="http://schemas.openxmlformats.org/officeDocument/2006/relationships/slide" Target="/ppt/slides/slide1.xml" Id="Rbb78bec8bc734eea" /><Relationship Type="http://schemas.openxmlformats.org/officeDocument/2006/relationships/slide" Target="/ppt/slides/slide2.xml" Id="Rd489a8a5dcad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df755bd3984a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e47b0316fb4d4a" /><Relationship Type="http://schemas.openxmlformats.org/officeDocument/2006/relationships/notesMaster" Target="/ppt/notesMasters/notesMaster1.xml" Id="R73899bd120a040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88dbd9a88447d8" /><Relationship Type="http://schemas.openxmlformats.org/officeDocument/2006/relationships/notesMaster" Target="/ppt/notesMasters/notesMaster1.xml" Id="Rcc4d738c71754e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e6951171248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8a671ce55248b6" /><Relationship Type="http://schemas.openxmlformats.org/officeDocument/2006/relationships/slideLayout" Target="/ppt/slideLayouts/slideLayout1.xml" Id="Rf4fb9cf067904c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fb9cf067904c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32d6607b34985" /><Relationship Type="http://schemas.openxmlformats.org/officeDocument/2006/relationships/image" Target="/ppt/media/image.png" Id="R3c8db877282b4922" /><Relationship Type="http://schemas.openxmlformats.org/officeDocument/2006/relationships/notesSlide" Target="/ppt/notesSlides/notesSlide1.xml" Id="R5be574f5a9254e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6287e671a45b3" /><Relationship Type="http://schemas.openxmlformats.org/officeDocument/2006/relationships/image" Target="/ppt/media/image2.png" Id="Rd7cbbea67fe242d4" /><Relationship Type="http://schemas.openxmlformats.org/officeDocument/2006/relationships/notesSlide" Target="/ppt/notesSlides/notesSlide2.xml" Id="R8ac57a4440c444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db877282b49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844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bbea67fe242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063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2026-09-27T02:39:37.3070000Z</dcterms:created>
  <dcterms:modified xsi:type="dcterms:W3CDTF">2026-09-27T02:39:37.3070000Z</dcterms:modified>
</coreProperties>
</file>