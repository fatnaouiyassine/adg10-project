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49b1145a06414a" /><Relationship Type="http://schemas.openxmlformats.org/officeDocument/2006/relationships/extended-properties" Target="/docProps/app.xml" Id="R9206ac8429704c9b" /><Relationship Type="http://schemas.openxmlformats.org/officeDocument/2006/relationships/officeDocument" Target="/ppt/presentation.xml" Id="Rd133c14773b745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6e11212133427b"/>
  </p:sldMasterIdLst>
  <p:notesMasterIdLst>
    <p:notesMasterId xmlns:r="http://schemas.openxmlformats.org/officeDocument/2006/relationships" r:id="Rd725feea9452467c"/>
  </p:notesMasterIdLst>
  <p:sldIdLst>
    <p:sldId xmlns:r="http://schemas.openxmlformats.org/officeDocument/2006/relationships" id="256" r:id="R66aa81aa47d54d0b"/>
    <p:sldId xmlns:r="http://schemas.openxmlformats.org/officeDocument/2006/relationships" id="257" r:id="R858d91f75a2b4236"/>
    <p:sldId xmlns:r="http://schemas.openxmlformats.org/officeDocument/2006/relationships" id="258" r:id="Rf51e24befe914cf0"/>
    <p:sldId xmlns:r="http://schemas.openxmlformats.org/officeDocument/2006/relationships" id="259" r:id="R9749edbd71b543ff"/>
    <p:sldId xmlns:r="http://schemas.openxmlformats.org/officeDocument/2006/relationships" id="260" r:id="Rda2ad25a43eb4533"/>
    <p:sldId xmlns:r="http://schemas.openxmlformats.org/officeDocument/2006/relationships" id="261" r:id="Rb36fe0a70b9044f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da581082c45ae" /><Relationship Type="http://schemas.openxmlformats.org/officeDocument/2006/relationships/slideMaster" Target="/ppt/slideMasters/slideMaster1.xml" Id="R466e11212133427b" /><Relationship Type="http://schemas.openxmlformats.org/officeDocument/2006/relationships/notesMaster" Target="/ppt/notesMasters/notesMaster1.xml" Id="Rd725feea9452467c" /><Relationship Type="http://schemas.openxmlformats.org/officeDocument/2006/relationships/presProps" Target="/ppt/presProps.xml" Id="R7c7dc30913ad449f" /><Relationship Type="http://schemas.openxmlformats.org/officeDocument/2006/relationships/tableStyles" Target="/ppt/tableStyles.xml" Id="Reab5304141ae4679" /><Relationship Type="http://schemas.openxmlformats.org/officeDocument/2006/relationships/slide" Target="/ppt/slides/slide1.xml" Id="R66aa81aa47d54d0b" /><Relationship Type="http://schemas.openxmlformats.org/officeDocument/2006/relationships/slide" Target="/ppt/slides/slide2.xml" Id="R858d91f75a2b4236" /><Relationship Type="http://schemas.openxmlformats.org/officeDocument/2006/relationships/slide" Target="/ppt/slides/slide3.xml" Id="Rf51e24befe914cf0" /><Relationship Type="http://schemas.openxmlformats.org/officeDocument/2006/relationships/slide" Target="/ppt/slides/slide4.xml" Id="R9749edbd71b543ff" /><Relationship Type="http://schemas.openxmlformats.org/officeDocument/2006/relationships/slide" Target="/ppt/slides/slide5.xml" Id="Rda2ad25a43eb4533" /><Relationship Type="http://schemas.openxmlformats.org/officeDocument/2006/relationships/slide" Target="/ppt/slides/slide6.xml" Id="Rb36fe0a70b9044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75a75a10284a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f825f952384186" /><Relationship Type="http://schemas.openxmlformats.org/officeDocument/2006/relationships/notesMaster" Target="/ppt/notesMasters/notesMaster1.xml" Id="Rc21252d5a0974d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50f80d0a084c8d" /><Relationship Type="http://schemas.openxmlformats.org/officeDocument/2006/relationships/notesMaster" Target="/ppt/notesMasters/notesMaster1.xml" Id="R89d7b12611114f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916ede9e8c450c" /><Relationship Type="http://schemas.openxmlformats.org/officeDocument/2006/relationships/notesMaster" Target="/ppt/notesMasters/notesMaster1.xml" Id="Rb1eed748177a4e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912a7b97794e81" /><Relationship Type="http://schemas.openxmlformats.org/officeDocument/2006/relationships/notesMaster" Target="/ppt/notesMasters/notesMaster1.xml" Id="R1ca63f28ebe444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dd847c01574fb3" /><Relationship Type="http://schemas.openxmlformats.org/officeDocument/2006/relationships/notesMaster" Target="/ppt/notesMasters/notesMaster1.xml" Id="Re229a12d9c9a46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f93d00d86d43a2" /><Relationship Type="http://schemas.openxmlformats.org/officeDocument/2006/relationships/notesMaster" Target="/ppt/notesMasters/notesMaster1.xml" Id="Ra42f484b04a242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620a7cd8e44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eb8fef7dcc4570" /><Relationship Type="http://schemas.openxmlformats.org/officeDocument/2006/relationships/slideLayout" Target="/ppt/slideLayouts/slideLayout1.xml" Id="Rd383737af36748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83737af36748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d0193624040fe" /><Relationship Type="http://schemas.openxmlformats.org/officeDocument/2006/relationships/image" Target="/ppt/media/image.png" Id="R8d152f4695d9417c" /><Relationship Type="http://schemas.openxmlformats.org/officeDocument/2006/relationships/notesSlide" Target="/ppt/notesSlides/notesSlide1.xml" Id="R3283d37ea71f4d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c1cd5f5e8411a" /><Relationship Type="http://schemas.openxmlformats.org/officeDocument/2006/relationships/image" Target="/ppt/media/image2.png" Id="Reaa41e511ac0409c" /><Relationship Type="http://schemas.openxmlformats.org/officeDocument/2006/relationships/notesSlide" Target="/ppt/notesSlides/notesSlide2.xml" Id="R863d7da6fc37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9b709d6134ce5" /><Relationship Type="http://schemas.openxmlformats.org/officeDocument/2006/relationships/image" Target="/ppt/media/image3.png" Id="R57be802d07ac4a7a" /><Relationship Type="http://schemas.openxmlformats.org/officeDocument/2006/relationships/notesSlide" Target="/ppt/notesSlides/notesSlide3.xml" Id="R7a6e9eb08a0b47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af19ec927409b" /><Relationship Type="http://schemas.openxmlformats.org/officeDocument/2006/relationships/image" Target="/ppt/media/image4.png" Id="R5b85f210332b4cd1" /><Relationship Type="http://schemas.openxmlformats.org/officeDocument/2006/relationships/notesSlide" Target="/ppt/notesSlides/notesSlide4.xml" Id="R478a1b5ceba542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d1b74368841a5" /><Relationship Type="http://schemas.openxmlformats.org/officeDocument/2006/relationships/image" Target="/ppt/media/image5.png" Id="Rb8ab79a14c21408c" /><Relationship Type="http://schemas.openxmlformats.org/officeDocument/2006/relationships/notesSlide" Target="/ppt/notesSlides/notesSlide5.xml" Id="Rf6e22a98223d41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b5bc8d3114e76" /><Relationship Type="http://schemas.openxmlformats.org/officeDocument/2006/relationships/image" Target="/ppt/media/image6.png" Id="R79fbcd093a084fc3" /><Relationship Type="http://schemas.openxmlformats.org/officeDocument/2006/relationships/notesSlide" Target="/ppt/notesSlides/notesSlide6.xml" Id="R7f7631ca428643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52f4695d941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4289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41e511ac040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3541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e802d07ac4a7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767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5f210332b4c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003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b79a14c2140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932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bcd093a084f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86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2026-09-27T11:04:32.3760000Z</dcterms:created>
  <dcterms:modified xsi:type="dcterms:W3CDTF">2026-09-27T11:04:32.3760000Z</dcterms:modified>
</coreProperties>
</file>